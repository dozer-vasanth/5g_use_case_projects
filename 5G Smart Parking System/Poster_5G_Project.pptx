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00C47D-A959-EE0C-B2F5-551BAB4D7378}" v="67" dt="2024-11-22T09:38:34.002"/>
    <p1510:client id="{E8EEFEFC-D3E8-4537-BA46-D0D034DEEE54}" v="2" dt="2024-11-22T09:21:15.7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5583" autoAdjust="0"/>
    <p:restoredTop sz="94660"/>
  </p:normalViewPr>
  <p:slideViewPr>
    <p:cSldViewPr snapToGrid="0">
      <p:cViewPr varScale="1">
        <p:scale>
          <a:sx n="15" d="100"/>
          <a:sy n="15" d="100"/>
        </p:scale>
        <p:origin x="2822"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PC EEE" userId="S::dupceee@iitg.ac.in::6878ca9f-0d99-477f-a18c-7a790f5afa3c" providerId="AD" clId="Web-{1400C47D-A959-EE0C-B2F5-551BAB4D7378}"/>
    <pc:docChg chg="modSld">
      <pc:chgData name="DUPC EEE" userId="S::dupceee@iitg.ac.in::6878ca9f-0d99-477f-a18c-7a790f5afa3c" providerId="AD" clId="Web-{1400C47D-A959-EE0C-B2F5-551BAB4D7378}" dt="2024-11-22T09:38:34.002" v="63" actId="1076"/>
      <pc:docMkLst>
        <pc:docMk/>
      </pc:docMkLst>
      <pc:sldChg chg="addSp modSp">
        <pc:chgData name="DUPC EEE" userId="S::dupceee@iitg.ac.in::6878ca9f-0d99-477f-a18c-7a790f5afa3c" providerId="AD" clId="Web-{1400C47D-A959-EE0C-B2F5-551BAB4D7378}" dt="2024-11-22T09:38:34.002" v="63" actId="1076"/>
        <pc:sldMkLst>
          <pc:docMk/>
          <pc:sldMk cId="683485809" sldId="256"/>
        </pc:sldMkLst>
        <pc:spChg chg="mod">
          <ac:chgData name="DUPC EEE" userId="S::dupceee@iitg.ac.in::6878ca9f-0d99-477f-a18c-7a790f5afa3c" providerId="AD" clId="Web-{1400C47D-A959-EE0C-B2F5-551BAB4D7378}" dt="2024-11-22T09:37:50.439" v="33" actId="14100"/>
          <ac:spMkLst>
            <pc:docMk/>
            <pc:sldMk cId="683485809" sldId="256"/>
            <ac:spMk id="4" creationId="{00000000-0000-0000-0000-000000000000}"/>
          </ac:spMkLst>
        </pc:spChg>
        <pc:spChg chg="mod">
          <ac:chgData name="DUPC EEE" userId="S::dupceee@iitg.ac.in::6878ca9f-0d99-477f-a18c-7a790f5afa3c" providerId="AD" clId="Web-{1400C47D-A959-EE0C-B2F5-551BAB4D7378}" dt="2024-11-22T09:38:16.189" v="60" actId="20577"/>
          <ac:spMkLst>
            <pc:docMk/>
            <pc:sldMk cId="683485809" sldId="256"/>
            <ac:spMk id="9" creationId="{52BDE08D-EF03-B761-E320-D36D1CC5F859}"/>
          </ac:spMkLst>
        </pc:spChg>
        <pc:spChg chg="add mod">
          <ac:chgData name="DUPC EEE" userId="S::dupceee@iitg.ac.in::6878ca9f-0d99-477f-a18c-7a790f5afa3c" providerId="AD" clId="Web-{1400C47D-A959-EE0C-B2F5-551BAB4D7378}" dt="2024-11-22T09:38:34.002" v="63" actId="1076"/>
          <ac:spMkLst>
            <pc:docMk/>
            <pc:sldMk cId="683485809" sldId="256"/>
            <ac:spMk id="20" creationId="{0A89B320-96BE-E6BC-D0E4-8BBDFFA7E966}"/>
          </ac:spMkLst>
        </pc:spChg>
        <pc:spChg chg="add mod ord">
          <ac:chgData name="DUPC EEE" userId="S::dupceee@iitg.ac.in::6878ca9f-0d99-477f-a18c-7a790f5afa3c" providerId="AD" clId="Web-{1400C47D-A959-EE0C-B2F5-551BAB4D7378}" dt="2024-11-22T09:37:31.579" v="30"/>
          <ac:spMkLst>
            <pc:docMk/>
            <pc:sldMk cId="683485809" sldId="256"/>
            <ac:spMk id="21" creationId="{16B115D6-2EEB-C893-5901-DE0C1AD371F2}"/>
          </ac:spMkLst>
        </pc:spChg>
      </pc:sldChg>
    </pc:docChg>
  </pc:docChgLst>
  <pc:docChgLst>
    <pc:chgData name="Ribhu" userId="d43543a3-b909-49c9-bf48-424ff20e2581" providerId="ADAL" clId="{E8EEFEFC-D3E8-4537-BA46-D0D034DEEE54}"/>
    <pc:docChg chg="custSel modSld">
      <pc:chgData name="Ribhu" userId="d43543a3-b909-49c9-bf48-424ff20e2581" providerId="ADAL" clId="{E8EEFEFC-D3E8-4537-BA46-D0D034DEEE54}" dt="2024-11-22T09:22:23.589" v="156" actId="20577"/>
      <pc:docMkLst>
        <pc:docMk/>
      </pc:docMkLst>
      <pc:sldChg chg="addSp delSp modSp mod">
        <pc:chgData name="Ribhu" userId="d43543a3-b909-49c9-bf48-424ff20e2581" providerId="ADAL" clId="{E8EEFEFC-D3E8-4537-BA46-D0D034DEEE54}" dt="2024-11-22T09:22:23.589" v="156" actId="20577"/>
        <pc:sldMkLst>
          <pc:docMk/>
          <pc:sldMk cId="683485809" sldId="256"/>
        </pc:sldMkLst>
        <pc:spChg chg="mod">
          <ac:chgData name="Ribhu" userId="d43543a3-b909-49c9-bf48-424ff20e2581" providerId="ADAL" clId="{E8EEFEFC-D3E8-4537-BA46-D0D034DEEE54}" dt="2024-11-22T09:22:23.589" v="156" actId="20577"/>
          <ac:spMkLst>
            <pc:docMk/>
            <pc:sldMk cId="683485809" sldId="256"/>
            <ac:spMk id="9" creationId="{52BDE08D-EF03-B761-E320-D36D1CC5F859}"/>
          </ac:spMkLst>
        </pc:spChg>
        <pc:picChg chg="add mod">
          <ac:chgData name="Ribhu" userId="d43543a3-b909-49c9-bf48-424ff20e2581" providerId="ADAL" clId="{E8EEFEFC-D3E8-4537-BA46-D0D034DEEE54}" dt="2024-11-22T09:21:33.567" v="6" actId="1076"/>
          <ac:picMkLst>
            <pc:docMk/>
            <pc:sldMk cId="683485809" sldId="256"/>
            <ac:picMk id="10" creationId="{AA9AFCA1-6490-1402-A7FC-76B5AEF6B1E3}"/>
          </ac:picMkLst>
        </pc:picChg>
        <pc:picChg chg="del">
          <ac:chgData name="Ribhu" userId="d43543a3-b909-49c9-bf48-424ff20e2581" providerId="ADAL" clId="{E8EEFEFC-D3E8-4537-BA46-D0D034DEEE54}" dt="2024-11-22T09:21:15.457" v="0" actId="478"/>
          <ac:picMkLst>
            <pc:docMk/>
            <pc:sldMk cId="683485809" sldId="256"/>
            <ac:picMk id="1026" creationId="{00000000-0000-0000-0000-000000000000}"/>
          </ac:picMkLst>
        </pc:picChg>
      </pc:sldChg>
    </pc:docChg>
  </pc:docChgLst>
  <pc:docChgLst>
    <pc:chgData clId="Web-{1400C47D-A959-EE0C-B2F5-551BAB4D7378}"/>
    <pc:docChg chg="modSld">
      <pc:chgData name="" userId="" providerId="" clId="Web-{1400C47D-A959-EE0C-B2F5-551BAB4D7378}" dt="2024-11-22T09:36:14.937" v="0" actId="14100"/>
      <pc:docMkLst>
        <pc:docMk/>
      </pc:docMkLst>
      <pc:sldChg chg="modSp">
        <pc:chgData name="" userId="" providerId="" clId="Web-{1400C47D-A959-EE0C-B2F5-551BAB4D7378}" dt="2024-11-22T09:36:14.937" v="0" actId="14100"/>
        <pc:sldMkLst>
          <pc:docMk/>
          <pc:sldMk cId="683485809" sldId="256"/>
        </pc:sldMkLst>
        <pc:spChg chg="mod">
          <ac:chgData name="" userId="" providerId="" clId="Web-{1400C47D-A959-EE0C-B2F5-551BAB4D7378}" dt="2024-11-22T09:36:14.937" v="0" actId="14100"/>
          <ac:spMkLst>
            <pc:docMk/>
            <pc:sldMk cId="683485809" sldId="256"/>
            <ac:spMk id="4"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9B6266-D726-4B00-8065-0EEA2ABAE7B0}" type="doc">
      <dgm:prSet loTypeId="urn:microsoft.com/office/officeart/2005/8/layout/hList1" loCatId="list" qsTypeId="urn:microsoft.com/office/officeart/2005/8/quickstyle/simple1" qsCatId="simple" csTypeId="urn:microsoft.com/office/officeart/2005/8/colors/accent6_2" csCatId="accent6" phldr="1"/>
      <dgm:spPr/>
      <dgm:t>
        <a:bodyPr/>
        <a:lstStyle/>
        <a:p>
          <a:endParaRPr lang="en-US"/>
        </a:p>
      </dgm:t>
    </dgm:pt>
    <dgm:pt modelId="{5EDC511B-4D74-4231-B4DB-ADA06CA9DABE}">
      <dgm:prSet phldrT="[Text]" custT="1"/>
      <dgm:spPr/>
      <dgm:t>
        <a:bodyPr/>
        <a:lstStyle/>
        <a:p>
          <a:r>
            <a:rPr lang="en-US" sz="6000" b="1" dirty="0">
              <a:latin typeface="Times New Roman" panose="02020603050405020304" pitchFamily="18" charset="0"/>
              <a:cs typeface="Times New Roman" panose="02020603050405020304" pitchFamily="18" charset="0"/>
            </a:rPr>
            <a:t>Abstract</a:t>
          </a:r>
        </a:p>
      </dgm:t>
    </dgm:pt>
    <dgm:pt modelId="{C1A13F9F-BAB6-40BA-99DF-EDF7D1DF6E2A}" type="parTrans" cxnId="{B5F87A7F-61B6-447F-BC78-738650921BED}">
      <dgm:prSet/>
      <dgm:spPr/>
      <dgm:t>
        <a:bodyPr/>
        <a:lstStyle/>
        <a:p>
          <a:endParaRPr lang="en-US"/>
        </a:p>
      </dgm:t>
    </dgm:pt>
    <dgm:pt modelId="{149817F3-8081-415D-8BA9-1691D48F23D3}" type="sibTrans" cxnId="{B5F87A7F-61B6-447F-BC78-738650921BED}">
      <dgm:prSet/>
      <dgm:spPr/>
      <dgm:t>
        <a:bodyPr/>
        <a:lstStyle/>
        <a:p>
          <a:endParaRPr lang="en-US"/>
        </a:p>
      </dgm:t>
    </dgm:pt>
    <dgm:pt modelId="{E170A538-8F0E-4687-94B8-327E45AD598E}">
      <dgm:prSet phldrT="[Text]"/>
      <dgm:spPr/>
      <dgm:t>
        <a:bodyPr/>
        <a:lstStyle/>
        <a:p>
          <a:pPr algn="just">
            <a:buNone/>
          </a:pPr>
          <a:r>
            <a:rPr lang="en-IN" dirty="0"/>
            <a:t>We are designing a 5G enabled smart parking system that uses camera-based detection as well as lightweight ML prediction models. </a:t>
          </a:r>
          <a:endParaRPr lang="en-US" dirty="0">
            <a:solidFill>
              <a:schemeClr val="tx1"/>
            </a:solidFill>
            <a:latin typeface="Times New Roman" panose="02020603050405020304" pitchFamily="18" charset="0"/>
            <a:cs typeface="Times New Roman" panose="02020603050405020304" pitchFamily="18" charset="0"/>
          </a:endParaRPr>
        </a:p>
      </dgm:t>
    </dgm:pt>
    <dgm:pt modelId="{C2F49E44-5738-4567-A2C7-81667CB3FD77}" type="parTrans" cxnId="{1256F4DE-7554-4E3D-B729-667B580C3215}">
      <dgm:prSet/>
      <dgm:spPr/>
      <dgm:t>
        <a:bodyPr/>
        <a:lstStyle/>
        <a:p>
          <a:endParaRPr lang="en-US"/>
        </a:p>
      </dgm:t>
    </dgm:pt>
    <dgm:pt modelId="{069ED063-C073-4437-962E-A4808116FEA5}" type="sibTrans" cxnId="{1256F4DE-7554-4E3D-B729-667B580C3215}">
      <dgm:prSet/>
      <dgm:spPr/>
      <dgm:t>
        <a:bodyPr/>
        <a:lstStyle/>
        <a:p>
          <a:endParaRPr lang="en-US"/>
        </a:p>
      </dgm:t>
    </dgm:pt>
    <dgm:pt modelId="{35A396D3-AC96-41BD-AB54-55FAA57D8C7F}" type="pres">
      <dgm:prSet presAssocID="{C79B6266-D726-4B00-8065-0EEA2ABAE7B0}" presName="Name0" presStyleCnt="0">
        <dgm:presLayoutVars>
          <dgm:dir/>
          <dgm:animLvl val="lvl"/>
          <dgm:resizeHandles val="exact"/>
        </dgm:presLayoutVars>
      </dgm:prSet>
      <dgm:spPr/>
    </dgm:pt>
    <dgm:pt modelId="{7923C127-F55C-46B9-B3B8-729AF4E8220A}" type="pres">
      <dgm:prSet presAssocID="{5EDC511B-4D74-4231-B4DB-ADA06CA9DABE}" presName="composite" presStyleCnt="0"/>
      <dgm:spPr/>
    </dgm:pt>
    <dgm:pt modelId="{226A19AE-8539-442A-8534-BF2574FEB55A}" type="pres">
      <dgm:prSet presAssocID="{5EDC511B-4D74-4231-B4DB-ADA06CA9DABE}" presName="parTx" presStyleLbl="alignNode1" presStyleIdx="0" presStyleCnt="1">
        <dgm:presLayoutVars>
          <dgm:chMax val="0"/>
          <dgm:chPref val="0"/>
          <dgm:bulletEnabled val="1"/>
        </dgm:presLayoutVars>
      </dgm:prSet>
      <dgm:spPr/>
    </dgm:pt>
    <dgm:pt modelId="{BBB72B18-77C2-417F-983D-A9BC5A2945EA}" type="pres">
      <dgm:prSet presAssocID="{5EDC511B-4D74-4231-B4DB-ADA06CA9DABE}" presName="desTx" presStyleLbl="alignAccFollowNode1" presStyleIdx="0" presStyleCnt="1" custLinFactNeighborY="3985">
        <dgm:presLayoutVars>
          <dgm:bulletEnabled val="1"/>
        </dgm:presLayoutVars>
      </dgm:prSet>
      <dgm:spPr/>
    </dgm:pt>
  </dgm:ptLst>
  <dgm:cxnLst>
    <dgm:cxn modelId="{B5F87A7F-61B6-447F-BC78-738650921BED}" srcId="{C79B6266-D726-4B00-8065-0EEA2ABAE7B0}" destId="{5EDC511B-4D74-4231-B4DB-ADA06CA9DABE}" srcOrd="0" destOrd="0" parTransId="{C1A13F9F-BAB6-40BA-99DF-EDF7D1DF6E2A}" sibTransId="{149817F3-8081-415D-8BA9-1691D48F23D3}"/>
    <dgm:cxn modelId="{F64102D5-C2BE-4E1D-91B8-BE43551D3448}" type="presOf" srcId="{5EDC511B-4D74-4231-B4DB-ADA06CA9DABE}" destId="{226A19AE-8539-442A-8534-BF2574FEB55A}" srcOrd="0" destOrd="0" presId="urn:microsoft.com/office/officeart/2005/8/layout/hList1"/>
    <dgm:cxn modelId="{1256F4DE-7554-4E3D-B729-667B580C3215}" srcId="{5EDC511B-4D74-4231-B4DB-ADA06CA9DABE}" destId="{E170A538-8F0E-4687-94B8-327E45AD598E}" srcOrd="0" destOrd="0" parTransId="{C2F49E44-5738-4567-A2C7-81667CB3FD77}" sibTransId="{069ED063-C073-4437-962E-A4808116FEA5}"/>
    <dgm:cxn modelId="{2A6A42E8-2A77-4416-8F53-06F5D79E652D}" type="presOf" srcId="{E170A538-8F0E-4687-94B8-327E45AD598E}" destId="{BBB72B18-77C2-417F-983D-A9BC5A2945EA}" srcOrd="0" destOrd="0" presId="urn:microsoft.com/office/officeart/2005/8/layout/hList1"/>
    <dgm:cxn modelId="{F67D48F3-7F94-44CF-B30C-83377E509AC0}" type="presOf" srcId="{C79B6266-D726-4B00-8065-0EEA2ABAE7B0}" destId="{35A396D3-AC96-41BD-AB54-55FAA57D8C7F}" srcOrd="0" destOrd="0" presId="urn:microsoft.com/office/officeart/2005/8/layout/hList1"/>
    <dgm:cxn modelId="{87D8CAEE-D67B-4793-8589-B1C9B6FF7A03}" type="presParOf" srcId="{35A396D3-AC96-41BD-AB54-55FAA57D8C7F}" destId="{7923C127-F55C-46B9-B3B8-729AF4E8220A}" srcOrd="0" destOrd="0" presId="urn:microsoft.com/office/officeart/2005/8/layout/hList1"/>
    <dgm:cxn modelId="{405AF24E-C46D-4DE8-891D-00B8B6228711}" type="presParOf" srcId="{7923C127-F55C-46B9-B3B8-729AF4E8220A}" destId="{226A19AE-8539-442A-8534-BF2574FEB55A}" srcOrd="0" destOrd="0" presId="urn:microsoft.com/office/officeart/2005/8/layout/hList1"/>
    <dgm:cxn modelId="{6BAF18B2-80F7-4D75-8E6C-8F010F29EA2E}" type="presParOf" srcId="{7923C127-F55C-46B9-B3B8-729AF4E8220A}" destId="{BBB72B18-77C2-417F-983D-A9BC5A2945EA}"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79B6266-D726-4B00-8065-0EEA2ABAE7B0}" type="doc">
      <dgm:prSet loTypeId="urn:microsoft.com/office/officeart/2005/8/layout/hList1" loCatId="list" qsTypeId="urn:microsoft.com/office/officeart/2005/8/quickstyle/simple1" qsCatId="simple" csTypeId="urn:microsoft.com/office/officeart/2005/8/colors/accent2_2" csCatId="accent2" phldr="1"/>
      <dgm:spPr/>
      <dgm:t>
        <a:bodyPr/>
        <a:lstStyle/>
        <a:p>
          <a:endParaRPr lang="en-US"/>
        </a:p>
      </dgm:t>
    </dgm:pt>
    <dgm:pt modelId="{5EDC511B-4D74-4231-B4DB-ADA06CA9DABE}">
      <dgm:prSet phldrT="[Text]" custT="1"/>
      <dgm:spPr/>
      <dgm:t>
        <a:bodyPr/>
        <a:lstStyle/>
        <a:p>
          <a:r>
            <a:rPr lang="en-US" sz="6000" b="1" dirty="0">
              <a:latin typeface="Times New Roman" panose="02020603050405020304" pitchFamily="18" charset="0"/>
              <a:cs typeface="Times New Roman" panose="02020603050405020304" pitchFamily="18" charset="0"/>
            </a:rPr>
            <a:t>Main Results</a:t>
          </a:r>
        </a:p>
      </dgm:t>
    </dgm:pt>
    <dgm:pt modelId="{C1A13F9F-BAB6-40BA-99DF-EDF7D1DF6E2A}" type="parTrans" cxnId="{B5F87A7F-61B6-447F-BC78-738650921BED}">
      <dgm:prSet/>
      <dgm:spPr/>
      <dgm:t>
        <a:bodyPr/>
        <a:lstStyle/>
        <a:p>
          <a:endParaRPr lang="en-US"/>
        </a:p>
      </dgm:t>
    </dgm:pt>
    <dgm:pt modelId="{149817F3-8081-415D-8BA9-1691D48F23D3}" type="sibTrans" cxnId="{B5F87A7F-61B6-447F-BC78-738650921BED}">
      <dgm:prSet/>
      <dgm:spPr/>
      <dgm:t>
        <a:bodyPr/>
        <a:lstStyle/>
        <a:p>
          <a:endParaRPr lang="en-US"/>
        </a:p>
      </dgm:t>
    </dgm:pt>
    <dgm:pt modelId="{D269FB15-1BF5-43B2-AFF8-AAF30F9FF08F}">
      <dgm:prSet phldrT="[Text]"/>
      <dgm:spPr/>
      <dgm:t>
        <a:bodyPr/>
        <a:lstStyle/>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parking system marks the occupied spots and incoming cars.</a:t>
          </a:r>
        </a:p>
      </dgm:t>
    </dgm:pt>
    <dgm:pt modelId="{199DA542-1E7F-47CB-A398-627E690D3E46}" type="parTrans" cxnId="{AE6B535A-E544-4491-A55D-6AC116C21748}">
      <dgm:prSet/>
      <dgm:spPr/>
      <dgm:t>
        <a:bodyPr/>
        <a:lstStyle/>
        <a:p>
          <a:endParaRPr lang="en-US"/>
        </a:p>
      </dgm:t>
    </dgm:pt>
    <dgm:pt modelId="{3F6DA45C-A844-423D-8878-48CA26CDA1B6}" type="sibTrans" cxnId="{AE6B535A-E544-4491-A55D-6AC116C21748}">
      <dgm:prSet/>
      <dgm:spPr/>
      <dgm:t>
        <a:bodyPr/>
        <a:lstStyle/>
        <a:p>
          <a:endParaRPr lang="en-US"/>
        </a:p>
      </dgm:t>
    </dgm:pt>
    <dgm:pt modelId="{4E3B539E-1BA0-4EBB-BD8B-E64EA40CD838}">
      <dgm:prSet phldrT="[Text]"/>
      <dgm:spPr/>
      <dgm:t>
        <a:bodyPr/>
        <a:lstStyle/>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pathway to the nearest parking spot and exit is also shown to the driver.</a:t>
          </a:r>
        </a:p>
      </dgm:t>
    </dgm:pt>
    <dgm:pt modelId="{5A12D7F5-424C-4020-8165-3F5C5D6F5F83}" type="parTrans" cxnId="{7646463D-DCAC-45EE-B3C9-B98ED0CFC979}">
      <dgm:prSet/>
      <dgm:spPr/>
      <dgm:t>
        <a:bodyPr/>
        <a:lstStyle/>
        <a:p>
          <a:endParaRPr lang="en-IN"/>
        </a:p>
      </dgm:t>
    </dgm:pt>
    <dgm:pt modelId="{0A103771-4964-4C70-9284-D9864BFCB28F}" type="sibTrans" cxnId="{7646463D-DCAC-45EE-B3C9-B98ED0CFC979}">
      <dgm:prSet/>
      <dgm:spPr/>
      <dgm:t>
        <a:bodyPr/>
        <a:lstStyle/>
        <a:p>
          <a:endParaRPr lang="en-IN"/>
        </a:p>
      </dgm:t>
    </dgm:pt>
    <dgm:pt modelId="{35A396D3-AC96-41BD-AB54-55FAA57D8C7F}" type="pres">
      <dgm:prSet presAssocID="{C79B6266-D726-4B00-8065-0EEA2ABAE7B0}" presName="Name0" presStyleCnt="0">
        <dgm:presLayoutVars>
          <dgm:dir/>
          <dgm:animLvl val="lvl"/>
          <dgm:resizeHandles val="exact"/>
        </dgm:presLayoutVars>
      </dgm:prSet>
      <dgm:spPr/>
    </dgm:pt>
    <dgm:pt modelId="{7923C127-F55C-46B9-B3B8-729AF4E8220A}" type="pres">
      <dgm:prSet presAssocID="{5EDC511B-4D74-4231-B4DB-ADA06CA9DABE}" presName="composite" presStyleCnt="0"/>
      <dgm:spPr/>
    </dgm:pt>
    <dgm:pt modelId="{226A19AE-8539-442A-8534-BF2574FEB55A}" type="pres">
      <dgm:prSet presAssocID="{5EDC511B-4D74-4231-B4DB-ADA06CA9DABE}" presName="parTx" presStyleLbl="alignNode1" presStyleIdx="0" presStyleCnt="1" custLinFactNeighborX="-120" custLinFactNeighborY="6183">
        <dgm:presLayoutVars>
          <dgm:chMax val="0"/>
          <dgm:chPref val="0"/>
          <dgm:bulletEnabled val="1"/>
        </dgm:presLayoutVars>
      </dgm:prSet>
      <dgm:spPr/>
    </dgm:pt>
    <dgm:pt modelId="{BBB72B18-77C2-417F-983D-A9BC5A2945EA}" type="pres">
      <dgm:prSet presAssocID="{5EDC511B-4D74-4231-B4DB-ADA06CA9DABE}" presName="desTx" presStyleLbl="alignAccFollowNode1" presStyleIdx="0" presStyleCnt="1" custScaleY="96161">
        <dgm:presLayoutVars>
          <dgm:bulletEnabled val="1"/>
        </dgm:presLayoutVars>
      </dgm:prSet>
      <dgm:spPr/>
    </dgm:pt>
  </dgm:ptLst>
  <dgm:cxnLst>
    <dgm:cxn modelId="{7646463D-DCAC-45EE-B3C9-B98ED0CFC979}" srcId="{5EDC511B-4D74-4231-B4DB-ADA06CA9DABE}" destId="{4E3B539E-1BA0-4EBB-BD8B-E64EA40CD838}" srcOrd="1" destOrd="0" parTransId="{5A12D7F5-424C-4020-8165-3F5C5D6F5F83}" sibTransId="{0A103771-4964-4C70-9284-D9864BFCB28F}"/>
    <dgm:cxn modelId="{AE6B535A-E544-4491-A55D-6AC116C21748}" srcId="{5EDC511B-4D74-4231-B4DB-ADA06CA9DABE}" destId="{D269FB15-1BF5-43B2-AFF8-AAF30F9FF08F}" srcOrd="0" destOrd="0" parTransId="{199DA542-1E7F-47CB-A398-627E690D3E46}" sibTransId="{3F6DA45C-A844-423D-8878-48CA26CDA1B6}"/>
    <dgm:cxn modelId="{B5F87A7F-61B6-447F-BC78-738650921BED}" srcId="{C79B6266-D726-4B00-8065-0EEA2ABAE7B0}" destId="{5EDC511B-4D74-4231-B4DB-ADA06CA9DABE}" srcOrd="0" destOrd="0" parTransId="{C1A13F9F-BAB6-40BA-99DF-EDF7D1DF6E2A}" sibTransId="{149817F3-8081-415D-8BA9-1691D48F23D3}"/>
    <dgm:cxn modelId="{11236FB3-579D-48EB-94B5-EBD222FD0EF9}" type="presOf" srcId="{D269FB15-1BF5-43B2-AFF8-AAF30F9FF08F}" destId="{BBB72B18-77C2-417F-983D-A9BC5A2945EA}" srcOrd="0" destOrd="0" presId="urn:microsoft.com/office/officeart/2005/8/layout/hList1"/>
    <dgm:cxn modelId="{F64102D5-C2BE-4E1D-91B8-BE43551D3448}" type="presOf" srcId="{5EDC511B-4D74-4231-B4DB-ADA06CA9DABE}" destId="{226A19AE-8539-442A-8534-BF2574FEB55A}" srcOrd="0" destOrd="0" presId="urn:microsoft.com/office/officeart/2005/8/layout/hList1"/>
    <dgm:cxn modelId="{5BB7D8E2-CEDA-405E-87EF-7B5DC19B6116}" type="presOf" srcId="{4E3B539E-1BA0-4EBB-BD8B-E64EA40CD838}" destId="{BBB72B18-77C2-417F-983D-A9BC5A2945EA}" srcOrd="0" destOrd="1" presId="urn:microsoft.com/office/officeart/2005/8/layout/hList1"/>
    <dgm:cxn modelId="{F67D48F3-7F94-44CF-B30C-83377E509AC0}" type="presOf" srcId="{C79B6266-D726-4B00-8065-0EEA2ABAE7B0}" destId="{35A396D3-AC96-41BD-AB54-55FAA57D8C7F}" srcOrd="0" destOrd="0" presId="urn:microsoft.com/office/officeart/2005/8/layout/hList1"/>
    <dgm:cxn modelId="{87D8CAEE-D67B-4793-8589-B1C9B6FF7A03}" type="presParOf" srcId="{35A396D3-AC96-41BD-AB54-55FAA57D8C7F}" destId="{7923C127-F55C-46B9-B3B8-729AF4E8220A}" srcOrd="0" destOrd="0" presId="urn:microsoft.com/office/officeart/2005/8/layout/hList1"/>
    <dgm:cxn modelId="{405AF24E-C46D-4DE8-891D-00B8B6228711}" type="presParOf" srcId="{7923C127-F55C-46B9-B3B8-729AF4E8220A}" destId="{226A19AE-8539-442A-8534-BF2574FEB55A}" srcOrd="0" destOrd="0" presId="urn:microsoft.com/office/officeart/2005/8/layout/hList1"/>
    <dgm:cxn modelId="{6BAF18B2-80F7-4D75-8E6C-8F010F29EA2E}" type="presParOf" srcId="{7923C127-F55C-46B9-B3B8-729AF4E8220A}" destId="{BBB72B18-77C2-417F-983D-A9BC5A2945EA}" srcOrd="1" destOrd="0" presId="urn:microsoft.com/office/officeart/2005/8/layout/h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6A19AE-8539-442A-8534-BF2574FEB55A}">
      <dsp:nvSpPr>
        <dsp:cNvPr id="0" name=""/>
        <dsp:cNvSpPr/>
      </dsp:nvSpPr>
      <dsp:spPr>
        <a:xfrm>
          <a:off x="0" y="21414"/>
          <a:ext cx="11744144" cy="1699200"/>
        </a:xfrm>
        <a:prstGeom prst="rect">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6720" tIns="243840" rIns="426720" bIns="243840" numCol="1" spcCol="1270" anchor="ctr" anchorCtr="0">
          <a:noAutofit/>
        </a:bodyPr>
        <a:lstStyle/>
        <a:p>
          <a:pPr marL="0" lvl="0" indent="0" algn="ctr" defTabSz="2667000">
            <a:lnSpc>
              <a:spcPct val="90000"/>
            </a:lnSpc>
            <a:spcBef>
              <a:spcPct val="0"/>
            </a:spcBef>
            <a:spcAft>
              <a:spcPct val="35000"/>
            </a:spcAft>
            <a:buNone/>
          </a:pPr>
          <a:r>
            <a:rPr lang="en-US" sz="6000" b="1" kern="1200" dirty="0">
              <a:latin typeface="Times New Roman" panose="02020603050405020304" pitchFamily="18" charset="0"/>
              <a:cs typeface="Times New Roman" panose="02020603050405020304" pitchFamily="18" charset="0"/>
            </a:rPr>
            <a:t>Abstract</a:t>
          </a:r>
        </a:p>
      </dsp:txBody>
      <dsp:txXfrm>
        <a:off x="0" y="21414"/>
        <a:ext cx="11744144" cy="1699200"/>
      </dsp:txXfrm>
    </dsp:sp>
    <dsp:sp modelId="{BBB72B18-77C2-417F-983D-A9BC5A2945EA}">
      <dsp:nvSpPr>
        <dsp:cNvPr id="0" name=""/>
        <dsp:cNvSpPr/>
      </dsp:nvSpPr>
      <dsp:spPr>
        <a:xfrm>
          <a:off x="0" y="1742029"/>
          <a:ext cx="11744144" cy="4129852"/>
        </a:xfrm>
        <a:prstGeom prst="rect">
          <a:avLst/>
        </a:prstGeom>
        <a:solidFill>
          <a:schemeClr val="accent6">
            <a:alpha val="90000"/>
            <a:tint val="40000"/>
            <a:hueOff val="0"/>
            <a:satOff val="0"/>
            <a:lumOff val="0"/>
            <a:alphaOff val="0"/>
          </a:schemeClr>
        </a:solidFill>
        <a:ln w="12700" cap="flat" cmpd="sng" algn="ctr">
          <a:solidFill>
            <a:schemeClr val="accent6">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4706" tIns="314706" rIns="419608" bIns="472059" numCol="1" spcCol="1270" anchor="t" anchorCtr="0">
          <a:noAutofit/>
        </a:bodyPr>
        <a:lstStyle/>
        <a:p>
          <a:pPr marL="285750" lvl="1" indent="-285750" algn="just" defTabSz="2622550">
            <a:lnSpc>
              <a:spcPct val="90000"/>
            </a:lnSpc>
            <a:spcBef>
              <a:spcPct val="0"/>
            </a:spcBef>
            <a:spcAft>
              <a:spcPct val="15000"/>
            </a:spcAft>
            <a:buNone/>
          </a:pPr>
          <a:r>
            <a:rPr lang="en-IN" sz="5900" kern="1200" dirty="0"/>
            <a:t>We are designing a 5G enabled smart parking system that uses camera-based detection as well as lightweight ML prediction models. </a:t>
          </a:r>
          <a:endParaRPr lang="en-US" sz="5900" kern="1200" dirty="0">
            <a:solidFill>
              <a:schemeClr val="tx1"/>
            </a:solidFill>
            <a:latin typeface="Times New Roman" panose="02020603050405020304" pitchFamily="18" charset="0"/>
            <a:cs typeface="Times New Roman" panose="02020603050405020304" pitchFamily="18" charset="0"/>
          </a:endParaRPr>
        </a:p>
      </dsp:txBody>
      <dsp:txXfrm>
        <a:off x="0" y="1742029"/>
        <a:ext cx="11744144" cy="41298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6A19AE-8539-442A-8534-BF2574FEB55A}">
      <dsp:nvSpPr>
        <dsp:cNvPr id="0" name=""/>
        <dsp:cNvSpPr/>
      </dsp:nvSpPr>
      <dsp:spPr>
        <a:xfrm>
          <a:off x="0" y="566270"/>
          <a:ext cx="16273385" cy="18432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6720" tIns="243840" rIns="426720" bIns="243840" numCol="1" spcCol="1270" anchor="ctr" anchorCtr="0">
          <a:noAutofit/>
        </a:bodyPr>
        <a:lstStyle/>
        <a:p>
          <a:pPr marL="0" lvl="0" indent="0" algn="ctr" defTabSz="2667000">
            <a:lnSpc>
              <a:spcPct val="90000"/>
            </a:lnSpc>
            <a:spcBef>
              <a:spcPct val="0"/>
            </a:spcBef>
            <a:spcAft>
              <a:spcPct val="35000"/>
            </a:spcAft>
            <a:buNone/>
          </a:pPr>
          <a:r>
            <a:rPr lang="en-US" sz="6000" b="1" kern="1200" dirty="0">
              <a:latin typeface="Times New Roman" panose="02020603050405020304" pitchFamily="18" charset="0"/>
              <a:cs typeface="Times New Roman" panose="02020603050405020304" pitchFamily="18" charset="0"/>
            </a:rPr>
            <a:t>Main Results</a:t>
          </a:r>
        </a:p>
      </dsp:txBody>
      <dsp:txXfrm>
        <a:off x="0" y="566270"/>
        <a:ext cx="16273385" cy="1843200"/>
      </dsp:txXfrm>
    </dsp:sp>
    <dsp:sp modelId="{BBB72B18-77C2-417F-983D-A9BC5A2945EA}">
      <dsp:nvSpPr>
        <dsp:cNvPr id="0" name=""/>
        <dsp:cNvSpPr/>
      </dsp:nvSpPr>
      <dsp:spPr>
        <a:xfrm>
          <a:off x="0" y="2379809"/>
          <a:ext cx="16273385" cy="4223391"/>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30708" tIns="330708" rIns="440944" bIns="496062" numCol="1" spcCol="1270" anchor="t" anchorCtr="0">
          <a:noAutofit/>
        </a:bodyPr>
        <a:lstStyle/>
        <a:p>
          <a:pPr marL="285750" lvl="1" indent="-285750" algn="just" defTabSz="2755900">
            <a:lnSpc>
              <a:spcPct val="90000"/>
            </a:lnSpc>
            <a:spcBef>
              <a:spcPct val="0"/>
            </a:spcBef>
            <a:spcAft>
              <a:spcPct val="15000"/>
            </a:spcAft>
            <a:buFont typeface="Arial" panose="020B0604020202020204" pitchFamily="34" charset="0"/>
            <a:buChar char="•"/>
          </a:pPr>
          <a:r>
            <a:rPr lang="en-US" sz="6200" kern="1200" dirty="0">
              <a:latin typeface="Times New Roman" panose="02020603050405020304" pitchFamily="18" charset="0"/>
              <a:cs typeface="Times New Roman" panose="02020603050405020304" pitchFamily="18" charset="0"/>
            </a:rPr>
            <a:t>The parking system marks the occupied spots and incoming cars.</a:t>
          </a:r>
        </a:p>
        <a:p>
          <a:pPr marL="285750" lvl="1" indent="-285750" algn="just" defTabSz="2755900">
            <a:lnSpc>
              <a:spcPct val="90000"/>
            </a:lnSpc>
            <a:spcBef>
              <a:spcPct val="0"/>
            </a:spcBef>
            <a:spcAft>
              <a:spcPct val="15000"/>
            </a:spcAft>
            <a:buFont typeface="Arial" panose="020B0604020202020204" pitchFamily="34" charset="0"/>
            <a:buChar char="•"/>
          </a:pPr>
          <a:r>
            <a:rPr lang="en-US" sz="6200" kern="1200" dirty="0">
              <a:latin typeface="Times New Roman" panose="02020603050405020304" pitchFamily="18" charset="0"/>
              <a:cs typeface="Times New Roman" panose="02020603050405020304" pitchFamily="18" charset="0"/>
            </a:rPr>
            <a:t>The pathway to the nearest parking spot and exit is also shown to the driver.</a:t>
          </a:r>
        </a:p>
      </dsp:txBody>
      <dsp:txXfrm>
        <a:off x="0" y="2379809"/>
        <a:ext cx="16273385" cy="4223391"/>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p:spPr>
        <p:txBody>
          <a:bodyPr anchor="b"/>
          <a:lstStyle>
            <a:lvl1pPr algn="ctr">
              <a:defRPr sz="19865"/>
            </a:lvl1pPr>
          </a:lstStyle>
          <a:p>
            <a:r>
              <a:rPr lang="en-US"/>
              <a:t>Click to edit Master title style</a:t>
            </a:r>
            <a:endParaRPr lang="en-US" dirty="0"/>
          </a:p>
        </p:txBody>
      </p:sp>
      <p:sp>
        <p:nvSpPr>
          <p:cNvPr id="3" name="Subtitle 2"/>
          <p:cNvSpPr>
            <a:spLocks noGrp="1"/>
          </p:cNvSpPr>
          <p:nvPr>
            <p:ph type="subTitle" idx="1"/>
          </p:nvPr>
        </p:nvSpPr>
        <p:spPr>
          <a:xfrm>
            <a:off x="3784402" y="22481887"/>
            <a:ext cx="22706410" cy="10334331"/>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0A6347A-3C9C-47C8-A5C4-20B305279190}"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4AEEA2-4B0E-428E-9642-1E13411CF414}" type="slidenum">
              <a:rPr lang="en-IN" smtClean="0"/>
              <a:t>‹#›</a:t>
            </a:fld>
            <a:endParaRPr lang="en-IN"/>
          </a:p>
        </p:txBody>
      </p:sp>
    </p:spTree>
    <p:extLst>
      <p:ext uri="{BB962C8B-B14F-4D97-AF65-F5344CB8AC3E}">
        <p14:creationId xmlns:p14="http://schemas.microsoft.com/office/powerpoint/2010/main" val="2314566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A6347A-3C9C-47C8-A5C4-20B305279190}"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4AEEA2-4B0E-428E-9642-1E13411CF414}" type="slidenum">
              <a:rPr lang="en-IN" smtClean="0"/>
              <a:t>‹#›</a:t>
            </a:fld>
            <a:endParaRPr lang="en-IN"/>
          </a:p>
        </p:txBody>
      </p:sp>
    </p:spTree>
    <p:extLst>
      <p:ext uri="{BB962C8B-B14F-4D97-AF65-F5344CB8AC3E}">
        <p14:creationId xmlns:p14="http://schemas.microsoft.com/office/powerpoint/2010/main" val="1608332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p:spPr>
        <p:txBody>
          <a:bodyPr anchor="b"/>
          <a:lstStyle>
            <a:lvl1pPr>
              <a:defRPr sz="19865"/>
            </a:lvl1pPr>
          </a:lstStyle>
          <a:p>
            <a:r>
              <a:rPr lang="en-US"/>
              <a:t>Click to edit Master title style</a:t>
            </a:r>
            <a:endParaRPr lang="en-US" dirty="0"/>
          </a:p>
        </p:txBody>
      </p:sp>
      <p:sp>
        <p:nvSpPr>
          <p:cNvPr id="3" name="Text Placeholder 2"/>
          <p:cNvSpPr>
            <a:spLocks noGrp="1"/>
          </p:cNvSpPr>
          <p:nvPr>
            <p:ph type="body" idx="1"/>
          </p:nvPr>
        </p:nvSpPr>
        <p:spPr>
          <a:xfrm>
            <a:off x="2065654" y="28644846"/>
            <a:ext cx="26112371" cy="9363320"/>
          </a:xfrm>
        </p:spPr>
        <p:txBody>
          <a:bodyPr/>
          <a:lstStyle>
            <a:lvl1pPr marL="0" indent="0">
              <a:buNone/>
              <a:defRPr sz="7946">
                <a:solidFill>
                  <a:schemeClr val="tx1"/>
                </a:solidFill>
              </a:defRPr>
            </a:lvl1pPr>
            <a:lvl2pPr marL="1513743" indent="0">
              <a:buNone/>
              <a:defRPr sz="6622">
                <a:solidFill>
                  <a:schemeClr val="tx1">
                    <a:tint val="75000"/>
                  </a:schemeClr>
                </a:solidFill>
              </a:defRPr>
            </a:lvl2pPr>
            <a:lvl3pPr marL="3027487" indent="0">
              <a:buNone/>
              <a:defRPr sz="5960">
                <a:solidFill>
                  <a:schemeClr val="tx1">
                    <a:tint val="75000"/>
                  </a:schemeClr>
                </a:solidFill>
              </a:defRPr>
            </a:lvl3pPr>
            <a:lvl4pPr marL="4541230" indent="0">
              <a:buNone/>
              <a:defRPr sz="5297">
                <a:solidFill>
                  <a:schemeClr val="tx1">
                    <a:tint val="75000"/>
                  </a:schemeClr>
                </a:solidFill>
              </a:defRPr>
            </a:lvl4pPr>
            <a:lvl5pPr marL="6054974" indent="0">
              <a:buNone/>
              <a:defRPr sz="5297">
                <a:solidFill>
                  <a:schemeClr val="tx1">
                    <a:tint val="75000"/>
                  </a:schemeClr>
                </a:solidFill>
              </a:defRPr>
            </a:lvl5pPr>
            <a:lvl6pPr marL="7568717" indent="0">
              <a:buNone/>
              <a:defRPr sz="5297">
                <a:solidFill>
                  <a:schemeClr val="tx1">
                    <a:tint val="75000"/>
                  </a:schemeClr>
                </a:solidFill>
              </a:defRPr>
            </a:lvl6pPr>
            <a:lvl7pPr marL="9082461" indent="0">
              <a:buNone/>
              <a:defRPr sz="5297">
                <a:solidFill>
                  <a:schemeClr val="tx1">
                    <a:tint val="75000"/>
                  </a:schemeClr>
                </a:solidFill>
              </a:defRPr>
            </a:lvl7pPr>
            <a:lvl8pPr marL="10596204" indent="0">
              <a:buNone/>
              <a:defRPr sz="5297">
                <a:solidFill>
                  <a:schemeClr val="tx1">
                    <a:tint val="75000"/>
                  </a:schemeClr>
                </a:solidFill>
              </a:defRPr>
            </a:lvl8pPr>
            <a:lvl9pPr marL="12109948" indent="0">
              <a:buNone/>
              <a:defRPr sz="529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0A6347A-3C9C-47C8-A5C4-20B305279190}"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4AEEA2-4B0E-428E-9642-1E13411CF414}" type="slidenum">
              <a:rPr lang="en-IN" smtClean="0"/>
              <a:t>‹#›</a:t>
            </a:fld>
            <a:endParaRPr lang="en-IN"/>
          </a:p>
        </p:txBody>
      </p:sp>
    </p:spTree>
    <p:extLst>
      <p:ext uri="{BB962C8B-B14F-4D97-AF65-F5344CB8AC3E}">
        <p14:creationId xmlns:p14="http://schemas.microsoft.com/office/powerpoint/2010/main" val="4113552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1421" y="11394520"/>
            <a:ext cx="12866966" cy="2715859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0A6347A-3C9C-47C8-A5C4-20B305279190}" type="datetimeFigureOut">
              <a:rPr lang="en-IN" smtClean="0"/>
              <a:t>27-04-2026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4AEEA2-4B0E-428E-9642-1E13411CF414}" type="slidenum">
              <a:rPr lang="en-IN" smtClean="0"/>
              <a:t>‹#›</a:t>
            </a:fld>
            <a:endParaRPr lang="en-IN"/>
          </a:p>
        </p:txBody>
      </p:sp>
    </p:spTree>
    <p:extLst>
      <p:ext uri="{BB962C8B-B14F-4D97-AF65-F5344CB8AC3E}">
        <p14:creationId xmlns:p14="http://schemas.microsoft.com/office/powerpoint/2010/main" val="35279903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3"/>
            <a:ext cx="26112371" cy="82734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5368" y="10492870"/>
            <a:ext cx="12807832"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Edit Master text styles</a:t>
            </a:r>
          </a:p>
        </p:txBody>
      </p:sp>
      <p:sp>
        <p:nvSpPr>
          <p:cNvPr id="4" name="Content Placeholder 3"/>
          <p:cNvSpPr>
            <a:spLocks noGrp="1"/>
          </p:cNvSpPr>
          <p:nvPr>
            <p:ph sz="half" idx="2"/>
          </p:nvPr>
        </p:nvSpPr>
        <p:spPr>
          <a:xfrm>
            <a:off x="2085368" y="15635264"/>
            <a:ext cx="12807832" cy="2299711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6828" y="10492870"/>
            <a:ext cx="12870909"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Edit Master text styles</a:t>
            </a:r>
          </a:p>
        </p:txBody>
      </p:sp>
      <p:sp>
        <p:nvSpPr>
          <p:cNvPr id="6" name="Content Placeholder 5"/>
          <p:cNvSpPr>
            <a:spLocks noGrp="1"/>
          </p:cNvSpPr>
          <p:nvPr>
            <p:ph sz="quarter" idx="4"/>
          </p:nvPr>
        </p:nvSpPr>
        <p:spPr>
          <a:xfrm>
            <a:off x="15326828" y="15635264"/>
            <a:ext cx="12870909" cy="2299711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A6347A-3C9C-47C8-A5C4-20B305279190}" type="datetimeFigureOut">
              <a:rPr lang="en-IN" smtClean="0"/>
              <a:t>27-04-2026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64AEEA2-4B0E-428E-9642-1E13411CF414}" type="slidenum">
              <a:rPr lang="en-IN" smtClean="0"/>
              <a:t>‹#›</a:t>
            </a:fld>
            <a:endParaRPr lang="en-IN"/>
          </a:p>
        </p:txBody>
      </p:sp>
    </p:spTree>
    <p:extLst>
      <p:ext uri="{BB962C8B-B14F-4D97-AF65-F5344CB8AC3E}">
        <p14:creationId xmlns:p14="http://schemas.microsoft.com/office/powerpoint/2010/main" val="460526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0A6347A-3C9C-47C8-A5C4-20B305279190}" type="datetimeFigureOut">
              <a:rPr lang="en-IN" smtClean="0"/>
              <a:t>27-04-2026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64AEEA2-4B0E-428E-9642-1E13411CF414}" type="slidenum">
              <a:rPr lang="en-IN" smtClean="0"/>
              <a:t>‹#›</a:t>
            </a:fld>
            <a:endParaRPr lang="en-IN"/>
          </a:p>
        </p:txBody>
      </p:sp>
    </p:spTree>
    <p:extLst>
      <p:ext uri="{BB962C8B-B14F-4D97-AF65-F5344CB8AC3E}">
        <p14:creationId xmlns:p14="http://schemas.microsoft.com/office/powerpoint/2010/main" val="3782436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A6347A-3C9C-47C8-A5C4-20B305279190}" type="datetimeFigureOut">
              <a:rPr lang="en-IN" smtClean="0"/>
              <a:t>27-04-2026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64AEEA2-4B0E-428E-9642-1E13411CF414}" type="slidenum">
              <a:rPr lang="en-IN" smtClean="0"/>
              <a:t>‹#›</a:t>
            </a:fld>
            <a:endParaRPr lang="en-IN"/>
          </a:p>
        </p:txBody>
      </p:sp>
    </p:spTree>
    <p:extLst>
      <p:ext uri="{BB962C8B-B14F-4D97-AF65-F5344CB8AC3E}">
        <p14:creationId xmlns:p14="http://schemas.microsoft.com/office/powerpoint/2010/main" val="1314765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Content Placeholder 2"/>
          <p:cNvSpPr>
            <a:spLocks noGrp="1"/>
          </p:cNvSpPr>
          <p:nvPr>
            <p:ph idx="1"/>
          </p:nvPr>
        </p:nvSpPr>
        <p:spPr>
          <a:xfrm>
            <a:off x="12870909" y="6162959"/>
            <a:ext cx="15326827" cy="30418415"/>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Edit Master text styles</a:t>
            </a:r>
          </a:p>
        </p:txBody>
      </p:sp>
      <p:sp>
        <p:nvSpPr>
          <p:cNvPr id="5" name="Date Placeholder 4"/>
          <p:cNvSpPr>
            <a:spLocks noGrp="1"/>
          </p:cNvSpPr>
          <p:nvPr>
            <p:ph type="dt" sz="half" idx="10"/>
          </p:nvPr>
        </p:nvSpPr>
        <p:spPr/>
        <p:txBody>
          <a:bodyPr/>
          <a:lstStyle/>
          <a:p>
            <a:fld id="{F0A6347A-3C9C-47C8-A5C4-20B305279190}" type="datetimeFigureOut">
              <a:rPr lang="en-IN" smtClean="0"/>
              <a:t>27-04-2026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4AEEA2-4B0E-428E-9642-1E13411CF414}" type="slidenum">
              <a:rPr lang="en-IN" smtClean="0"/>
              <a:t>‹#›</a:t>
            </a:fld>
            <a:endParaRPr lang="en-IN"/>
          </a:p>
        </p:txBody>
      </p:sp>
    </p:spTree>
    <p:extLst>
      <p:ext uri="{BB962C8B-B14F-4D97-AF65-F5344CB8AC3E}">
        <p14:creationId xmlns:p14="http://schemas.microsoft.com/office/powerpoint/2010/main" val="350083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70909" y="6162959"/>
            <a:ext cx="15326827" cy="30418415"/>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en-US"/>
              <a:t>Click icon to add picture</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Edit Master text styles</a:t>
            </a:r>
          </a:p>
        </p:txBody>
      </p:sp>
      <p:sp>
        <p:nvSpPr>
          <p:cNvPr id="5" name="Date Placeholder 4"/>
          <p:cNvSpPr>
            <a:spLocks noGrp="1"/>
          </p:cNvSpPr>
          <p:nvPr>
            <p:ph type="dt" sz="half" idx="10"/>
          </p:nvPr>
        </p:nvSpPr>
        <p:spPr/>
        <p:txBody>
          <a:bodyPr/>
          <a:lstStyle/>
          <a:p>
            <a:fld id="{F0A6347A-3C9C-47C8-A5C4-20B305279190}" type="datetimeFigureOut">
              <a:rPr lang="en-IN" smtClean="0"/>
              <a:t>27-04-2026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4AEEA2-4B0E-428E-9642-1E13411CF414}" type="slidenum">
              <a:rPr lang="en-IN" smtClean="0"/>
              <a:t>‹#›</a:t>
            </a:fld>
            <a:endParaRPr lang="en-IN"/>
          </a:p>
        </p:txBody>
      </p:sp>
    </p:spTree>
    <p:extLst>
      <p:ext uri="{BB962C8B-B14F-4D97-AF65-F5344CB8AC3E}">
        <p14:creationId xmlns:p14="http://schemas.microsoft.com/office/powerpoint/2010/main" val="4080779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A6347A-3C9C-47C8-A5C4-20B305279190}"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4AEEA2-4B0E-428E-9642-1E13411CF414}" type="slidenum">
              <a:rPr lang="en-IN" smtClean="0"/>
              <a:t>‹#›</a:t>
            </a:fld>
            <a:endParaRPr lang="en-IN"/>
          </a:p>
        </p:txBody>
      </p:sp>
    </p:spTree>
    <p:extLst>
      <p:ext uri="{BB962C8B-B14F-4D97-AF65-F5344CB8AC3E}">
        <p14:creationId xmlns:p14="http://schemas.microsoft.com/office/powerpoint/2010/main" val="646793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904"/>
            <a:ext cx="6528093" cy="3627421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A6347A-3C9C-47C8-A5C4-20B305279190}"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4AEEA2-4B0E-428E-9642-1E13411CF414}" type="slidenum">
              <a:rPr lang="en-IN" smtClean="0"/>
              <a:t>‹#›</a:t>
            </a:fld>
            <a:endParaRPr lang="en-IN"/>
          </a:p>
        </p:txBody>
      </p:sp>
    </p:spTree>
    <p:extLst>
      <p:ext uri="{BB962C8B-B14F-4D97-AF65-F5344CB8AC3E}">
        <p14:creationId xmlns:p14="http://schemas.microsoft.com/office/powerpoint/2010/main" val="1164156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3"/>
            <a:ext cx="26112371" cy="82734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1421" y="39672756"/>
            <a:ext cx="6811923" cy="2278904"/>
          </a:xfrm>
          <a:prstGeom prst="rect">
            <a:avLst/>
          </a:prstGeom>
        </p:spPr>
        <p:txBody>
          <a:bodyPr vert="horz" lIns="91440" tIns="45720" rIns="91440" bIns="45720" rtlCol="0" anchor="ctr"/>
          <a:lstStyle>
            <a:lvl1pPr algn="l">
              <a:defRPr sz="3973">
                <a:solidFill>
                  <a:schemeClr val="tx1">
                    <a:tint val="75000"/>
                  </a:schemeClr>
                </a:solidFill>
              </a:defRPr>
            </a:lvl1pPr>
          </a:lstStyle>
          <a:p>
            <a:fld id="{F0A6347A-3C9C-47C8-A5C4-20B305279190}" type="datetimeFigureOut">
              <a:rPr lang="en-IN" smtClean="0"/>
              <a:t>27-04-2026</a:t>
            </a:fld>
            <a:endParaRPr lang="en-IN"/>
          </a:p>
        </p:txBody>
      </p:sp>
      <p:sp>
        <p:nvSpPr>
          <p:cNvPr id="5" name="Footer Placeholder 4"/>
          <p:cNvSpPr>
            <a:spLocks noGrp="1"/>
          </p:cNvSpPr>
          <p:nvPr>
            <p:ph type="ftr" sz="quarter" idx="3"/>
          </p:nvPr>
        </p:nvSpPr>
        <p:spPr>
          <a:xfrm>
            <a:off x="10028665" y="39672756"/>
            <a:ext cx="10217884" cy="2278904"/>
          </a:xfrm>
          <a:prstGeom prst="rect">
            <a:avLst/>
          </a:prstGeom>
        </p:spPr>
        <p:txBody>
          <a:bodyPr vert="horz" lIns="91440" tIns="45720" rIns="91440" bIns="45720" rtlCol="0" anchor="ctr"/>
          <a:lstStyle>
            <a:lvl1pPr algn="ctr">
              <a:defRPr sz="3973">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3">
                <a:solidFill>
                  <a:schemeClr val="tx1">
                    <a:tint val="75000"/>
                  </a:schemeClr>
                </a:solidFill>
              </a:defRPr>
            </a:lvl1pPr>
          </a:lstStyle>
          <a:p>
            <a:fld id="{064AEEA2-4B0E-428E-9642-1E13411CF414}" type="slidenum">
              <a:rPr lang="en-IN" smtClean="0"/>
              <a:t>‹#›</a:t>
            </a:fld>
            <a:endParaRPr lang="en-IN"/>
          </a:p>
        </p:txBody>
      </p:sp>
    </p:spTree>
    <p:extLst>
      <p:ext uri="{BB962C8B-B14F-4D97-AF65-F5344CB8AC3E}">
        <p14:creationId xmlns:p14="http://schemas.microsoft.com/office/powerpoint/2010/main" val="42744018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image" Target="../media/image2.jpeg"/><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image" Target="../media/image4.png"/><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16B115D6-2EEB-C893-5901-DE0C1AD371F2}"/>
              </a:ext>
            </a:extLst>
          </p:cNvPr>
          <p:cNvSpPr/>
          <p:nvPr/>
        </p:nvSpPr>
        <p:spPr>
          <a:xfrm>
            <a:off x="284438" y="718505"/>
            <a:ext cx="5883100" cy="60489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8800" dirty="0">
              <a:solidFill>
                <a:schemeClr val="tx1"/>
              </a:solidFill>
              <a:latin typeface="Times New Roman" panose="02020603050405020304" pitchFamily="18" charset="0"/>
              <a:cs typeface="Times New Roman" panose="02020603050405020304" pitchFamily="18" charset="0"/>
            </a:endParaRPr>
          </a:p>
        </p:txBody>
      </p:sp>
      <p:sp>
        <p:nvSpPr>
          <p:cNvPr id="7" name="Rectangle 6"/>
          <p:cNvSpPr/>
          <p:nvPr/>
        </p:nvSpPr>
        <p:spPr>
          <a:xfrm>
            <a:off x="300467" y="7333762"/>
            <a:ext cx="29635144" cy="3480099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p:cNvSpPr/>
          <p:nvPr/>
        </p:nvSpPr>
        <p:spPr>
          <a:xfrm>
            <a:off x="5887427" y="775587"/>
            <a:ext cx="24048183" cy="59919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800" dirty="0">
                <a:solidFill>
                  <a:schemeClr val="tx1"/>
                </a:solidFill>
                <a:latin typeface="Times New Roman" panose="02020603050405020304" pitchFamily="18" charset="0"/>
                <a:cs typeface="Times New Roman" panose="02020603050405020304" pitchFamily="18" charset="0"/>
              </a:rPr>
              <a:t>5G Smart Parking System</a:t>
            </a:r>
          </a:p>
          <a:p>
            <a:pPr algn="ctr"/>
            <a:endParaRPr lang="en-US" sz="5000" dirty="0">
              <a:solidFill>
                <a:schemeClr val="tx1"/>
              </a:solidFill>
              <a:latin typeface="Times New Roman" panose="02020603050405020304" pitchFamily="18" charset="0"/>
              <a:cs typeface="Times New Roman" panose="02020603050405020304" pitchFamily="18" charset="0"/>
            </a:endParaRPr>
          </a:p>
          <a:p>
            <a:pPr algn="ctr"/>
            <a:r>
              <a:rPr lang="en-US" sz="4800" dirty="0">
                <a:solidFill>
                  <a:schemeClr val="tx1"/>
                </a:solidFill>
                <a:latin typeface="Times New Roman" panose="02020603050405020304" pitchFamily="18" charset="0"/>
                <a:cs typeface="Times New Roman" panose="02020603050405020304" pitchFamily="18" charset="0"/>
              </a:rPr>
              <a:t>Shreyash Bharati, Aryan Patel, Yash Varshney</a:t>
            </a:r>
            <a:endParaRPr lang="en-US" sz="4800" baseline="30000" dirty="0">
              <a:solidFill>
                <a:schemeClr val="tx1"/>
              </a:solidFill>
              <a:latin typeface="Times New Roman" panose="02020603050405020304" pitchFamily="18" charset="0"/>
              <a:cs typeface="Times New Roman" panose="02020603050405020304" pitchFamily="18" charset="0"/>
            </a:endParaRPr>
          </a:p>
          <a:p>
            <a:pPr algn="ctr"/>
            <a:r>
              <a:rPr lang="en-US" sz="4800" dirty="0">
                <a:solidFill>
                  <a:schemeClr val="tx1"/>
                </a:solidFill>
                <a:latin typeface="Times New Roman" panose="02020603050405020304" pitchFamily="18" charset="0"/>
                <a:cs typeface="Times New Roman" panose="02020603050405020304" pitchFamily="18" charset="0"/>
              </a:rPr>
              <a:t>*Department of Electronics and Communication Engineering, </a:t>
            </a:r>
          </a:p>
          <a:p>
            <a:pPr algn="ctr"/>
            <a:r>
              <a:rPr lang="en-US" sz="4800" dirty="0">
                <a:solidFill>
                  <a:schemeClr val="tx1"/>
                </a:solidFill>
                <a:latin typeface="Times New Roman" panose="02020603050405020304" pitchFamily="18" charset="0"/>
                <a:cs typeface="Times New Roman" panose="02020603050405020304" pitchFamily="18" charset="0"/>
              </a:rPr>
              <a:t>Indian Institute of Technology Guwahati</a:t>
            </a:r>
            <a:endParaRPr lang="en-IN" sz="5000" dirty="0">
              <a:solidFill>
                <a:schemeClr val="tx1"/>
              </a:solidFill>
              <a:latin typeface="Times New Roman" panose="02020603050405020304" pitchFamily="18" charset="0"/>
              <a:cs typeface="Times New Roman" panose="02020603050405020304" pitchFamily="18" charset="0"/>
            </a:endParaRPr>
          </a:p>
        </p:txBody>
      </p:sp>
      <p:graphicFrame>
        <p:nvGraphicFramePr>
          <p:cNvPr id="6" name="Diagram 5"/>
          <p:cNvGraphicFramePr/>
          <p:nvPr>
            <p:extLst>
              <p:ext uri="{D42A27DB-BD31-4B8C-83A1-F6EECF244321}">
                <p14:modId xmlns:p14="http://schemas.microsoft.com/office/powerpoint/2010/main" val="2800596113"/>
              </p:ext>
            </p:extLst>
          </p:nvPr>
        </p:nvGraphicFramePr>
        <p:xfrm>
          <a:off x="665696" y="7951112"/>
          <a:ext cx="11744144" cy="58718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2" name="Diagram 11"/>
          <p:cNvGraphicFramePr/>
          <p:nvPr>
            <p:extLst>
              <p:ext uri="{D42A27DB-BD31-4B8C-83A1-F6EECF244321}">
                <p14:modId xmlns:p14="http://schemas.microsoft.com/office/powerpoint/2010/main" val="2569896803"/>
              </p:ext>
            </p:extLst>
          </p:nvPr>
        </p:nvGraphicFramePr>
        <p:xfrm>
          <a:off x="13055600" y="7384838"/>
          <a:ext cx="16273385" cy="705550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9" name="Rectangle 8">
            <a:extLst>
              <a:ext uri="{FF2B5EF4-FFF2-40B4-BE49-F238E27FC236}">
                <a16:creationId xmlns:a16="http://schemas.microsoft.com/office/drawing/2014/main" id="{52BDE08D-EF03-B761-E320-D36D1CC5F859}"/>
              </a:ext>
            </a:extLst>
          </p:cNvPr>
          <p:cNvSpPr/>
          <p:nvPr/>
        </p:nvSpPr>
        <p:spPr>
          <a:xfrm>
            <a:off x="530681" y="14389268"/>
            <a:ext cx="28950248" cy="27694408"/>
          </a:xfrm>
          <a:prstGeom prst="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endParaRPr lang="en-US" sz="6000" dirty="0">
              <a:cs typeface="Calibri"/>
            </a:endParaRPr>
          </a:p>
        </p:txBody>
      </p:sp>
      <p:pic>
        <p:nvPicPr>
          <p:cNvPr id="10" name="Picture 9">
            <a:extLst>
              <a:ext uri="{FF2B5EF4-FFF2-40B4-BE49-F238E27FC236}">
                <a16:creationId xmlns:a16="http://schemas.microsoft.com/office/drawing/2014/main" id="{AA9AFCA1-6490-1402-A7FC-76B5AEF6B1E3}"/>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750394"/>
            <a:ext cx="5907761" cy="5966018"/>
          </a:xfrm>
          <a:prstGeom prst="rect">
            <a:avLst/>
          </a:prstGeom>
        </p:spPr>
      </p:pic>
      <p:pic>
        <p:nvPicPr>
          <p:cNvPr id="8" name="Picture 7">
            <a:extLst>
              <a:ext uri="{FF2B5EF4-FFF2-40B4-BE49-F238E27FC236}">
                <a16:creationId xmlns:a16="http://schemas.microsoft.com/office/drawing/2014/main" id="{8F2D568F-7382-5519-F449-291B0BE4B50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4088985" y="34434264"/>
            <a:ext cx="15240000" cy="6962686"/>
          </a:xfrm>
          <a:prstGeom prst="rect">
            <a:avLst/>
          </a:prstGeom>
          <a:ln>
            <a:solidFill>
              <a:schemeClr val="tx1"/>
            </a:solidFill>
          </a:ln>
        </p:spPr>
      </p:pic>
      <p:pic>
        <p:nvPicPr>
          <p:cNvPr id="13" name="Picture 12">
            <a:extLst>
              <a:ext uri="{FF2B5EF4-FFF2-40B4-BE49-F238E27FC236}">
                <a16:creationId xmlns:a16="http://schemas.microsoft.com/office/drawing/2014/main" id="{CC1225FA-9521-064A-1D53-C586671A4751}"/>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034690" y="27158174"/>
            <a:ext cx="15240000" cy="6962686"/>
          </a:xfrm>
          <a:prstGeom prst="rect">
            <a:avLst/>
          </a:prstGeom>
          <a:ln>
            <a:solidFill>
              <a:schemeClr val="tx1"/>
            </a:solidFill>
          </a:ln>
        </p:spPr>
      </p:pic>
      <p:sp>
        <p:nvSpPr>
          <p:cNvPr id="15" name="TextBox 14">
            <a:extLst>
              <a:ext uri="{FF2B5EF4-FFF2-40B4-BE49-F238E27FC236}">
                <a16:creationId xmlns:a16="http://schemas.microsoft.com/office/drawing/2014/main" id="{6A27D829-4C62-5861-E72F-DD7FEAC641B8}"/>
              </a:ext>
            </a:extLst>
          </p:cNvPr>
          <p:cNvSpPr txBox="1"/>
          <p:nvPr/>
        </p:nvSpPr>
        <p:spPr>
          <a:xfrm>
            <a:off x="16879063" y="29116023"/>
            <a:ext cx="11997492" cy="3046988"/>
          </a:xfrm>
          <a:prstGeom prst="rect">
            <a:avLst/>
          </a:prstGeom>
          <a:noFill/>
        </p:spPr>
        <p:txBody>
          <a:bodyPr wrap="square" rtlCol="0">
            <a:spAutoFit/>
          </a:bodyPr>
          <a:lstStyle/>
          <a:p>
            <a:r>
              <a:rPr lang="en-IN" sz="4800" dirty="0"/>
              <a:t>As we can observe in the first image, we can see the parking spots which have been occupied marked in red. We can also see that the entry and exit spots have been marked.</a:t>
            </a:r>
          </a:p>
        </p:txBody>
      </p:sp>
      <p:sp>
        <p:nvSpPr>
          <p:cNvPr id="16" name="TextBox 15">
            <a:extLst>
              <a:ext uri="{FF2B5EF4-FFF2-40B4-BE49-F238E27FC236}">
                <a16:creationId xmlns:a16="http://schemas.microsoft.com/office/drawing/2014/main" id="{CC83EAFB-9992-69D0-30F9-7FEC49ED1D45}"/>
              </a:ext>
            </a:extLst>
          </p:cNvPr>
          <p:cNvSpPr txBox="1"/>
          <p:nvPr/>
        </p:nvSpPr>
        <p:spPr>
          <a:xfrm>
            <a:off x="1600651" y="36392113"/>
            <a:ext cx="11997492" cy="3046988"/>
          </a:xfrm>
          <a:prstGeom prst="rect">
            <a:avLst/>
          </a:prstGeom>
          <a:noFill/>
        </p:spPr>
        <p:txBody>
          <a:bodyPr wrap="square" rtlCol="0">
            <a:spAutoFit/>
          </a:bodyPr>
          <a:lstStyle/>
          <a:p>
            <a:r>
              <a:rPr lang="en-IN" sz="4800" dirty="0"/>
              <a:t>Here, we can observe that the path to the nearest parking spot is being shown to the driver in blue markers and the path to the exit is being shown in orange markers.</a:t>
            </a:r>
          </a:p>
        </p:txBody>
      </p:sp>
      <p:sp>
        <p:nvSpPr>
          <p:cNvPr id="19" name="TextBox 18">
            <a:extLst>
              <a:ext uri="{FF2B5EF4-FFF2-40B4-BE49-F238E27FC236}">
                <a16:creationId xmlns:a16="http://schemas.microsoft.com/office/drawing/2014/main" id="{85EE057C-3C33-FB62-1048-0D62D4B1C957}"/>
              </a:ext>
            </a:extLst>
          </p:cNvPr>
          <p:cNvSpPr txBox="1"/>
          <p:nvPr/>
        </p:nvSpPr>
        <p:spPr>
          <a:xfrm>
            <a:off x="6973491" y="14626530"/>
            <a:ext cx="15632510" cy="1107996"/>
          </a:xfrm>
          <a:prstGeom prst="rect">
            <a:avLst/>
          </a:prstGeom>
          <a:noFill/>
        </p:spPr>
        <p:txBody>
          <a:bodyPr wrap="square" rtlCol="0">
            <a:spAutoFit/>
          </a:bodyPr>
          <a:lstStyle/>
          <a:p>
            <a:pPr algn="ctr"/>
            <a:r>
              <a:rPr lang="en-IN" sz="6600" dirty="0"/>
              <a:t>Block diagram of the model</a:t>
            </a:r>
          </a:p>
        </p:txBody>
      </p:sp>
      <p:sp>
        <p:nvSpPr>
          <p:cNvPr id="22" name="TextBox 21">
            <a:extLst>
              <a:ext uri="{FF2B5EF4-FFF2-40B4-BE49-F238E27FC236}">
                <a16:creationId xmlns:a16="http://schemas.microsoft.com/office/drawing/2014/main" id="{EB7215EC-B5C0-5D52-03FB-4FEC75541380}"/>
              </a:ext>
            </a:extLst>
          </p:cNvPr>
          <p:cNvSpPr txBox="1"/>
          <p:nvPr/>
        </p:nvSpPr>
        <p:spPr>
          <a:xfrm>
            <a:off x="9711494" y="25453700"/>
            <a:ext cx="11997491" cy="1107996"/>
          </a:xfrm>
          <a:prstGeom prst="rect">
            <a:avLst/>
          </a:prstGeom>
          <a:noFill/>
        </p:spPr>
        <p:txBody>
          <a:bodyPr wrap="square" rtlCol="0">
            <a:spAutoFit/>
          </a:bodyPr>
          <a:lstStyle/>
          <a:p>
            <a:r>
              <a:rPr lang="en-IN" sz="6600" dirty="0"/>
              <a:t>Working of the proposed model</a:t>
            </a:r>
          </a:p>
        </p:txBody>
      </p:sp>
      <p:pic>
        <p:nvPicPr>
          <p:cNvPr id="24" name="Picture 23">
            <a:extLst>
              <a:ext uri="{FF2B5EF4-FFF2-40B4-BE49-F238E27FC236}">
                <a16:creationId xmlns:a16="http://schemas.microsoft.com/office/drawing/2014/main" id="{4F471D36-BD06-F3A8-19F5-734B26EA8A76}"/>
              </a:ext>
            </a:extLst>
          </p:cNvPr>
          <p:cNvPicPr>
            <a:picLocks noChangeAspect="1"/>
          </p:cNvPicPr>
          <p:nvPr/>
        </p:nvPicPr>
        <p:blipFill>
          <a:blip r:embed="rId15"/>
          <a:stretch>
            <a:fillRect/>
          </a:stretch>
        </p:blipFill>
        <p:spPr>
          <a:xfrm>
            <a:off x="3454400" y="15701676"/>
            <a:ext cx="22098000" cy="9544966"/>
          </a:xfrm>
          <a:prstGeom prst="rect">
            <a:avLst/>
          </a:prstGeom>
        </p:spPr>
      </p:pic>
    </p:spTree>
    <p:extLst>
      <p:ext uri="{BB962C8B-B14F-4D97-AF65-F5344CB8AC3E}">
        <p14:creationId xmlns:p14="http://schemas.microsoft.com/office/powerpoint/2010/main" val="68348580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DCEEBF7E5C9F64695A5A48632EC5940" ma:contentTypeVersion="3" ma:contentTypeDescription="Create a new document." ma:contentTypeScope="" ma:versionID="38d30328dab74bfae796dce5bc6fdc3b">
  <xsd:schema xmlns:xsd="http://www.w3.org/2001/XMLSchema" xmlns:xs="http://www.w3.org/2001/XMLSchema" xmlns:p="http://schemas.microsoft.com/office/2006/metadata/properties" xmlns:ns2="44fdbc03-3d70-446f-b644-ec204264d825" targetNamespace="http://schemas.microsoft.com/office/2006/metadata/properties" ma:root="true" ma:fieldsID="35f2a02a1f06d625a626fe8d9d5e380c" ns2:_="">
    <xsd:import namespace="44fdbc03-3d70-446f-b644-ec204264d825"/>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fdbc03-3d70-446f-b644-ec204264d8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6B0959D-D7E5-4709-AAD6-DB2BCD5D13BB}">
  <ds:schemaRefs>
    <ds:schemaRef ds:uri="http://schemas.microsoft.com/sharepoint/v3/contenttype/forms"/>
  </ds:schemaRefs>
</ds:datastoreItem>
</file>

<file path=customXml/itemProps2.xml><?xml version="1.0" encoding="utf-8"?>
<ds:datastoreItem xmlns:ds="http://schemas.openxmlformats.org/officeDocument/2006/customXml" ds:itemID="{734E86DF-9AA6-4C88-8F46-6E5F3270E6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fdbc03-3d70-446f-b644-ec204264d8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DD1F0DE-E69E-4046-81B9-1E10B888DAF0}">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2266</TotalTime>
  <Words>158</Words>
  <Application>Microsoft Office PowerPoint</Application>
  <PresentationFormat>Custom</PresentationFormat>
  <Paragraphs>14</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Ribhu .</dc:creator>
  <cp:lastModifiedBy>Shreyash Bharati</cp:lastModifiedBy>
  <cp:revision>59</cp:revision>
  <dcterms:created xsi:type="dcterms:W3CDTF">2016-06-07T06:08:29Z</dcterms:created>
  <dcterms:modified xsi:type="dcterms:W3CDTF">2026-04-28T11:27:20Z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0x0101007DCEEBF7E5C9F64695A5A48632EC5940</vt:lpwstr>
  </property>
</Properties>
</file>